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7" r:id="rId4"/>
    <p:sldId id="258" r:id="rId5"/>
    <p:sldId id="256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49" d="100"/>
          <a:sy n="149" d="100"/>
        </p:scale>
        <p:origin x="692" y="1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trand Cosson" userId="d11ccb99797a5726" providerId="LiveId" clId="{FBE589A5-B8B4-43DE-B6BC-01D1D6F9BCBD}"/>
    <pc:docChg chg="custSel modSld">
      <pc:chgData name="Bertrand Cosson" userId="d11ccb99797a5726" providerId="LiveId" clId="{FBE589A5-B8B4-43DE-B6BC-01D1D6F9BCBD}" dt="2025-06-18T12:13:57.931" v="195" actId="14100"/>
      <pc:docMkLst>
        <pc:docMk/>
      </pc:docMkLst>
      <pc:sldChg chg="modSp mod">
        <pc:chgData name="Bertrand Cosson" userId="d11ccb99797a5726" providerId="LiveId" clId="{FBE589A5-B8B4-43DE-B6BC-01D1D6F9BCBD}" dt="2025-06-18T12:13:57.931" v="195" actId="14100"/>
        <pc:sldMkLst>
          <pc:docMk/>
          <pc:sldMk cId="1723184275" sldId="260"/>
        </pc:sldMkLst>
        <pc:spChg chg="mod">
          <ac:chgData name="Bertrand Cosson" userId="d11ccb99797a5726" providerId="LiveId" clId="{FBE589A5-B8B4-43DE-B6BC-01D1D6F9BCBD}" dt="2025-06-18T12:13:57.931" v="195" actId="14100"/>
          <ac:spMkLst>
            <pc:docMk/>
            <pc:sldMk cId="1723184275" sldId="260"/>
            <ac:spMk id="2" creationId="{B90329EB-C4A4-A0EF-2CC7-18E032E23BF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0EBD86-5CA1-B9AF-BD7A-5F0842284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169A9C7-0EA1-F21C-54F0-1532DC2AB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C9CF1D-FA96-FB7A-44BA-5118081B4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28EDB-9521-4731-A925-3C1F434F6ACF}" type="datetimeFigureOut">
              <a:rPr lang="fr-FR" smtClean="0"/>
              <a:t>18/06/2025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4CD406-8F86-FE35-BE39-11835EDA4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BAFEF3-7820-A0E5-4934-980F67DC7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D91-60A6-4263-8ED5-1F5DDDA613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7420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109969-CE7C-FB89-3BFF-163942C42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1CEA90-3BEA-19D7-E67B-74E51B5C0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B23528-D151-88C1-D786-C50DC92E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28EDB-9521-4731-A925-3C1F434F6ACF}" type="datetimeFigureOut">
              <a:rPr lang="fr-FR" smtClean="0"/>
              <a:t>18/06/2025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92A627-9667-4071-8A19-ACD8FF02B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3F21FD-E607-1AB5-2A81-20A880CAD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D91-60A6-4263-8ED5-1F5DDDA613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236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F0F183-C5F5-FDF2-3EC2-F4B097F1A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69A894-798B-BFB0-ECDB-3D79AA9A7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2064A4-378F-8D43-5086-9D0AEB785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28EDB-9521-4731-A925-3C1F434F6ACF}" type="datetimeFigureOut">
              <a:rPr lang="fr-FR" smtClean="0"/>
              <a:t>18/06/2025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EEA432-B7DF-2DE1-11AC-C9876496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1103DE-3C43-0D69-3CEA-44292D56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D91-60A6-4263-8ED5-1F5DDDA613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6832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C23DCA-1349-0C92-C8F2-376021F5B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707AAA-9809-CE75-8CB4-E24937E769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62EE9F4-C644-741C-9CED-9AB7413DD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D932A8D-72E6-9F94-68A2-5616F92EF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28EDB-9521-4731-A925-3C1F434F6ACF}" type="datetimeFigureOut">
              <a:rPr lang="fr-FR" smtClean="0"/>
              <a:t>18/06/2025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5EA6E67-7CDB-D7E5-E880-B3EE7BD6A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2A38103-D0AE-E0BC-6B93-53BF20741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D91-60A6-4263-8ED5-1F5DDDA613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1822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540B94-6080-48AF-B225-4A3A1E1FC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023412-F73D-5964-4C01-ADDEA2F7E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843F9D7-9B4E-3A1F-B295-01DF485FD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8E63D86-1628-9A49-2F3A-BBC2B30925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347ED6F-B796-400A-0E46-D1D61299AD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E0DC5E6-4CD8-EB24-8E33-36EB84DE8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28EDB-9521-4731-A925-3C1F434F6ACF}" type="datetimeFigureOut">
              <a:rPr lang="fr-FR" smtClean="0"/>
              <a:t>18/06/2025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91AFF10-0871-0083-13CB-E4D3BEA58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DB780F6-4D21-91E0-E487-519929E5E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D91-60A6-4263-8ED5-1F5DDDA613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3506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EA02E7-A70B-B467-FBEB-695A2135F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557C2B9-6C51-D45E-6212-AEDC995C7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28EDB-9521-4731-A925-3C1F434F6ACF}" type="datetimeFigureOut">
              <a:rPr lang="fr-FR" smtClean="0"/>
              <a:t>18/06/2025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E4D116-FA49-6482-DB3D-9EA3564CF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B900D29-3120-A2F5-AA8C-B4392FADA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D91-60A6-4263-8ED5-1F5DDDA613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5842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80C2CDA-A22B-1B97-5416-8093C1ADA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28EDB-9521-4731-A925-3C1F434F6ACF}" type="datetimeFigureOut">
              <a:rPr lang="fr-FR" smtClean="0"/>
              <a:t>18/06/2025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B455004-7589-43C0-FEA4-BFBF5A89B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D0F33A7-E978-D2DC-69F0-B424045D7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D91-60A6-4263-8ED5-1F5DDDA613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5860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4D8F5B-AC91-7454-58BB-F9C7B4393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80F2F4-EC44-4D40-60BB-27A7542DA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1F843FE-25AE-1956-B60D-948F2C604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6097378-BF79-00F9-5A0D-A0A7B82BC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28EDB-9521-4731-A925-3C1F434F6ACF}" type="datetimeFigureOut">
              <a:rPr lang="fr-FR" smtClean="0"/>
              <a:t>18/06/2025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F48528F-827E-87F4-88FF-AA5664419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F4D7B3B-DB55-9358-E3B6-83BC6560A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D91-60A6-4263-8ED5-1F5DDDA613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2095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114CE5-B6FA-62D9-48DC-8A2E1AE56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B50B2A5-6875-0150-D149-7283D953F4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E3A6C58-BF60-5E25-273D-31B6B484A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362907-3CFE-843D-B79E-C5F29F83A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28EDB-9521-4731-A925-3C1F434F6ACF}" type="datetimeFigureOut">
              <a:rPr lang="fr-FR" smtClean="0"/>
              <a:t>18/06/2025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9F4C43-5BCA-4486-E7E3-549611AD1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968C742-7D23-142F-B08D-E8EBAEE24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D91-60A6-4263-8ED5-1F5DDDA613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6042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5536FD-0AE6-5A84-F4DD-9A6D6409A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31CF433-0EE3-11A7-ED0B-20FED1393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3FD70B-B557-835F-1057-CF8021176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28EDB-9521-4731-A925-3C1F434F6ACF}" type="datetimeFigureOut">
              <a:rPr lang="fr-FR" smtClean="0"/>
              <a:t>18/06/2025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B18748-A5BC-51EC-B2E4-3C04EC48E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149AD93-504C-A2A5-43C4-CE795FBC1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D91-60A6-4263-8ED5-1F5DDDA613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6599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FA7C739-56F4-9129-3699-B347D49954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09AC85E-945D-DC4F-7240-9226EE1E2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A2AB03-DEE9-E2F6-AAD3-355C4111E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28EDB-9521-4731-A925-3C1F434F6ACF}" type="datetimeFigureOut">
              <a:rPr lang="fr-FR" smtClean="0"/>
              <a:t>18/06/2025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733EA5-E2C8-B0A5-0508-A8F0FB682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341D6B-EB95-E432-DA91-3D50A9EB0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D91-60A6-4263-8ED5-1F5DDDA613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831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1BC96A2-5C13-F1F1-6E2D-E229E0BD3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8063A2-DD42-DA11-77FD-B27E9D76D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61FD82-9A4D-5A08-9DA7-4D5980C8E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28EDB-9521-4731-A925-3C1F434F6ACF}" type="datetimeFigureOut">
              <a:rPr lang="fr-FR" smtClean="0"/>
              <a:t>18/06/2025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7D3B34-F878-71C1-46F0-7333C549F8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A28D52-61A3-901A-BB97-DDD89705E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C83D91-60A6-4263-8ED5-1F5DDDA613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2621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0329EB-C4A4-A0EF-2CC7-18E032E23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41" y="51275"/>
            <a:ext cx="11125913" cy="1325563"/>
          </a:xfrm>
        </p:spPr>
        <p:txBody>
          <a:bodyPr>
            <a:normAutofit/>
          </a:bodyPr>
          <a:lstStyle/>
          <a:p>
            <a:r>
              <a:rPr lang="fr-FR" sz="2800" dirty="0"/>
              <a:t>Voici un des prompts envoyé à </a:t>
            </a:r>
            <a:r>
              <a:rPr lang="fr-FR" sz="2800" dirty="0" err="1"/>
              <a:t>ChapGPT</a:t>
            </a:r>
            <a:r>
              <a:rPr lang="fr-FR" sz="2800" dirty="0"/>
              <a:t>, et dans les diapositives suivantes le résultat de différents binômes qui ont utilisé différentes stratégies :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A6289F7-409A-D55C-1B96-B5D365A12CCB}"/>
              </a:ext>
            </a:extLst>
          </p:cNvPr>
          <p:cNvSpPr txBox="1"/>
          <p:nvPr/>
        </p:nvSpPr>
        <p:spPr>
          <a:xfrm>
            <a:off x="1476375" y="1200150"/>
            <a:ext cx="766762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Bonjour à toi, je dispose </a:t>
            </a:r>
            <a:r>
              <a:rPr lang="fr-FR" sz="2400" dirty="0">
                <a:highlight>
                  <a:srgbClr val="FFFF00"/>
                </a:highlight>
              </a:rPr>
              <a:t>d’une table d’expression de gènes</a:t>
            </a:r>
            <a:r>
              <a:rPr lang="fr-FR" sz="2400" dirty="0"/>
              <a:t>, qui comporte les données d’expression de gènes de la levure S. cerevisiae. Ce tableau contient </a:t>
            </a:r>
            <a:r>
              <a:rPr lang="fr-FR" sz="2400" dirty="0">
                <a:highlight>
                  <a:srgbClr val="FFFF00"/>
                </a:highlight>
              </a:rPr>
              <a:t>en ligne le gènes </a:t>
            </a:r>
            <a:r>
              <a:rPr lang="fr-FR" sz="2400" dirty="0"/>
              <a:t>et en colonne les </a:t>
            </a:r>
            <a:r>
              <a:rPr lang="fr-FR" sz="2400" dirty="0">
                <a:highlight>
                  <a:srgbClr val="FFFF00"/>
                </a:highlight>
              </a:rPr>
              <a:t>résultats </a:t>
            </a:r>
            <a:r>
              <a:rPr lang="fr-FR" sz="2400" dirty="0" err="1">
                <a:highlight>
                  <a:srgbClr val="FFFF00"/>
                </a:highlight>
              </a:rPr>
              <a:t>RNAseq</a:t>
            </a:r>
            <a:r>
              <a:rPr lang="fr-FR" sz="2400" dirty="0">
                <a:highlight>
                  <a:srgbClr val="FFFF00"/>
                </a:highlight>
              </a:rPr>
              <a:t> </a:t>
            </a:r>
            <a:r>
              <a:rPr lang="fr-FR" sz="2400" dirty="0"/>
              <a:t>de 50 points de mesures qui ont été réalisés. Je travaille avec le </a:t>
            </a:r>
            <a:r>
              <a:rPr lang="fr-FR" sz="2400" dirty="0">
                <a:highlight>
                  <a:srgbClr val="FFFF00"/>
                </a:highlight>
              </a:rPr>
              <a:t>logiciel R</a:t>
            </a:r>
            <a:r>
              <a:rPr lang="fr-FR" sz="2400" dirty="0"/>
              <a:t> et je souhaiterais représenter une </a:t>
            </a:r>
            <a:r>
              <a:rPr lang="fr-FR" sz="2400" dirty="0" err="1">
                <a:highlight>
                  <a:srgbClr val="FFFF00"/>
                </a:highlight>
              </a:rPr>
              <a:t>heatmap</a:t>
            </a:r>
            <a:r>
              <a:rPr lang="fr-FR" sz="2400" dirty="0"/>
              <a:t> qui me permette de révéler les </a:t>
            </a:r>
            <a:r>
              <a:rPr lang="fr-FR" sz="2400" dirty="0">
                <a:highlight>
                  <a:srgbClr val="FFFF00"/>
                </a:highlight>
              </a:rPr>
              <a:t>vagues transcriptionnelles des gènes</a:t>
            </a:r>
            <a:r>
              <a:rPr lang="fr-FR" sz="2400" dirty="0"/>
              <a:t>. Les données sont issues de cet article “</a:t>
            </a:r>
            <a:r>
              <a:rPr lang="fr-FR" sz="2400" dirty="0" err="1"/>
              <a:t>Investigating</a:t>
            </a:r>
            <a:r>
              <a:rPr lang="fr-FR" sz="2400" dirty="0"/>
              <a:t> Conservation of the </a:t>
            </a:r>
            <a:r>
              <a:rPr lang="fr-FR" sz="2400" dirty="0" err="1"/>
              <a:t>Cell</a:t>
            </a:r>
            <a:r>
              <a:rPr lang="fr-FR" sz="2400" dirty="0"/>
              <a:t>-Cycle-</a:t>
            </a:r>
            <a:r>
              <a:rPr lang="fr-FR" sz="2400" dirty="0" err="1"/>
              <a:t>Regulated</a:t>
            </a:r>
            <a:r>
              <a:rPr lang="fr-FR" sz="2400" dirty="0"/>
              <a:t> </a:t>
            </a:r>
            <a:r>
              <a:rPr lang="fr-FR" sz="2400" dirty="0" err="1"/>
              <a:t>Transcriptional</a:t>
            </a:r>
            <a:r>
              <a:rPr lang="fr-FR" sz="2400" dirty="0"/>
              <a:t> Program in the </a:t>
            </a:r>
            <a:r>
              <a:rPr lang="fr-FR" sz="2400" dirty="0" err="1"/>
              <a:t>Fungal</a:t>
            </a:r>
            <a:r>
              <a:rPr lang="fr-FR" sz="2400" dirty="0"/>
              <a:t> </a:t>
            </a:r>
            <a:r>
              <a:rPr lang="fr-FR" sz="2400" dirty="0" err="1"/>
              <a:t>Pathogen</a:t>
            </a:r>
            <a:r>
              <a:rPr lang="fr-FR" sz="2400" dirty="0"/>
              <a:t>, </a:t>
            </a:r>
            <a:r>
              <a:rPr lang="fr-FR" sz="2400" dirty="0" err="1"/>
              <a:t>Cryptococcus</a:t>
            </a:r>
            <a:r>
              <a:rPr lang="fr-FR" sz="2400" dirty="0"/>
              <a:t> </a:t>
            </a:r>
            <a:r>
              <a:rPr lang="fr-FR" sz="2400" dirty="0" err="1"/>
              <a:t>neoformans</a:t>
            </a:r>
            <a:r>
              <a:rPr lang="fr-FR" sz="2400" dirty="0"/>
              <a:t>”. Peux tu m’aider à analyser ce jeu de données ?</a:t>
            </a:r>
          </a:p>
        </p:txBody>
      </p:sp>
    </p:spTree>
    <p:extLst>
      <p:ext uri="{BB962C8B-B14F-4D97-AF65-F5344CB8AC3E}">
        <p14:creationId xmlns:p14="http://schemas.microsoft.com/office/powerpoint/2010/main" val="1723184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CCC2C9-F02C-6EDB-D597-BF7E5B7FD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A15F2E-2658-3DA3-54B5-F5035922E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03BC35B-A816-11DE-64E9-599422148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558" y="365125"/>
            <a:ext cx="9963392" cy="605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207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2067BD-ACDB-AF00-0A33-08CAD2A19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 descr="Une image contenant capture d’écran, texte, ligne&#10;&#10;Description générée automatiquement">
            <a:extLst>
              <a:ext uri="{FF2B5EF4-FFF2-40B4-BE49-F238E27FC236}">
                <a16:creationId xmlns:a16="http://schemas.microsoft.com/office/drawing/2014/main" id="{14EA1EE5-BAB2-9C76-16D5-DE6B6F767F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037" y="1825625"/>
            <a:ext cx="7201925" cy="4351338"/>
          </a:xfrm>
        </p:spPr>
      </p:pic>
    </p:spTree>
    <p:extLst>
      <p:ext uri="{BB962C8B-B14F-4D97-AF65-F5344CB8AC3E}">
        <p14:creationId xmlns:p14="http://schemas.microsoft.com/office/powerpoint/2010/main" val="2210935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831967-B6BE-62C6-F420-B66F03C6A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 descr="Une image contenant texte, capture d’écran&#10;&#10;Description générée automatiquement">
            <a:extLst>
              <a:ext uri="{FF2B5EF4-FFF2-40B4-BE49-F238E27FC236}">
                <a16:creationId xmlns:a16="http://schemas.microsoft.com/office/drawing/2014/main" id="{D96ACD0C-A689-5A31-64A1-2981B9E053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4875" y="1825625"/>
            <a:ext cx="4982249" cy="4351338"/>
          </a:xfrm>
        </p:spPr>
      </p:pic>
    </p:spTree>
    <p:extLst>
      <p:ext uri="{BB962C8B-B14F-4D97-AF65-F5344CB8AC3E}">
        <p14:creationId xmlns:p14="http://schemas.microsoft.com/office/powerpoint/2010/main" val="1799425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2FC994-8B90-4BE5-59EF-44763FC34E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360B1C7-7EB1-400D-12DE-094AB6E087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Rectangle&#10;&#10;Description générée automatiquement">
            <a:extLst>
              <a:ext uri="{FF2B5EF4-FFF2-40B4-BE49-F238E27FC236}">
                <a16:creationId xmlns:a16="http://schemas.microsoft.com/office/drawing/2014/main" id="{4ADD0CD2-CB94-9CC4-E8EC-66E7562ED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718" y="0"/>
            <a:ext cx="85145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9401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5438</TotalTime>
  <Words>129</Words>
  <Application>Microsoft Office PowerPoint</Application>
  <PresentationFormat>Grand écran</PresentationFormat>
  <Paragraphs>2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Thème Office</vt:lpstr>
      <vt:lpstr>Voici un des prompts envoyé à ChapGPT, et dans les diapositives suivantes le résultat de différents binômes qui ont utilisé différentes stratégies :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Bertrand Cosson</dc:creator>
  <cp:lastModifiedBy>Bertrand Cosson</cp:lastModifiedBy>
  <cp:revision>1</cp:revision>
  <dcterms:created xsi:type="dcterms:W3CDTF">2025-06-13T15:10:37Z</dcterms:created>
  <dcterms:modified xsi:type="dcterms:W3CDTF">2025-06-18T12:13:58Z</dcterms:modified>
</cp:coreProperties>
</file>