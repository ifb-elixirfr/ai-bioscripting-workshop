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68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315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7F8A"/>
          </a:solidFill>
          <a:ln w="12700">
            <a:solidFill>
              <a:srgbClr val="1B7F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1B7F8A"/>
          </a:solidFill>
          <a:ln w="12700">
            <a:solidFill>
              <a:srgbClr val="1B7F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Interroger une IA depuis RStudio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B0D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 essentiel — Atelier IA &amp; Bioscripting, 12 juin 2026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7AB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blocs à exécuter dans l'ordre  •  Ctrl+Enter pour exécuter une ligne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 1 — Initialisation  (une seule fois en début de session)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Charger les packages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14800" cy="9144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393192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library(httr2)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library(jsonlite)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library(base64enc)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205499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Entrer la clé API  (canal TCHAP :</a:t>
            </a:r>
          </a:p>
          <a:p>
            <a:pPr marL="0" indent="0">
              <a:buNone/>
            </a:pPr>
            <a:r>
              <a:rPr lang="en-US" sz="1300" b="1">
                <a:solidFill>
                  <a:srgbClr val="1B7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iabioscripting2-TP-participants-BA)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423160"/>
            <a:ext cx="4114800" cy="50292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65760" y="24414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Sys.setenv(OPENROUTER_API_KEY = "CLE")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7772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Choisir le modèle (décommenter 1 seule ligne)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4206240" cy="18288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754880" y="1115568"/>
            <a:ext cx="4023360" cy="179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MODELE_CHOISI &lt;- "anthropic/claude-sonnet-4-5"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MODELE_CHOISI &lt;- "openai/gpt-4o"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MODELE_CHOISI &lt;- "mistralai/mistral-large"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MODELE_CHOISI &lt;- "google/gemini-pro-1.5"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MODELE_CHOISI &lt;- "meta-llama/llama-3.3-70b-instruct"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30632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Exécuter les fonctions ask_ai() et ask_ai_vision()  →  voir le fichier .R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4754880"/>
            <a:ext cx="9144000" cy="393192"/>
          </a:xfrm>
          <a:prstGeom prst="rect">
            <a:avLst/>
          </a:prstGeom>
          <a:solidFill>
            <a:srgbClr val="E0F4F6"/>
          </a:solidFill>
          <a:ln w="12700">
            <a:solidFill>
              <a:srgbClr val="E0F4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74320" y="4754880"/>
            <a:ext cx="85953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Ne passez au Bloc 2 que si les 4 étapes ci-dessus sont faites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7F8A"/>
          </a:solidFill>
          <a:ln w="12700">
            <a:solidFill>
              <a:srgbClr val="1B7F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 2 — Test de connexion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Exécutez cette ligne — ne continuez que si vous obtenez une réponse 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371600" y="1417320"/>
            <a:ext cx="6400800" cy="5486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463040" y="141732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ask_ai("Dis bonjour en français.")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2194560"/>
            <a:ext cx="6400800" cy="640080"/>
          </a:xfrm>
          <a:prstGeom prst="rect">
            <a:avLst/>
          </a:prstGeom>
          <a:solidFill>
            <a:srgbClr val="F0FFF4"/>
          </a:solidFill>
          <a:ln w="12700">
            <a:solidFill>
              <a:srgbClr val="A0D8A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1463040" y="219456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Résultat attendu : "Bonjour ! Comment puis-je vous aider ?"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cas d'erreur 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8229600" cy="310896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48640" y="3474720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Timeout SSL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66160" y="3474720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Attendez 1-2 min et relancez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822192"/>
            <a:ext cx="82296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48640" y="3822192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 401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3822192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Clé API incorrecte — vérifiez la clé TCHAP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169664"/>
            <a:ext cx="8229600" cy="310896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48640" y="4169664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req_perform() introuvable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66160" y="4169664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Relancez library(httr2)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517136"/>
            <a:ext cx="82296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48640" y="4517136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Texte vert dans RStudio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66160" y="4517136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Guillemets typographiques — retapez-les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BLOCS 3 &amp; 4 — Questions texte  +  Questions sur la figure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365760"/>
          </a:xfrm>
          <a:prstGeom prst="rect">
            <a:avLst/>
          </a:prstGeom>
          <a:solidFill>
            <a:srgbClr val="1B7F8A"/>
          </a:solidFill>
          <a:ln w="12700">
            <a:solidFill>
              <a:srgbClr val="1B7F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texte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114800" cy="18288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65760" y="1207008"/>
            <a:ext cx="3931920" cy="179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ask_ai("Votre question")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Réponse tronquée 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ask_ai("Votre question",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max_tokens = 4000)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Garder la réponse 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 &lt;- ask_ai("question")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777240"/>
            <a:ext cx="4114800" cy="365760"/>
          </a:xfrm>
          <a:prstGeom prst="rect">
            <a:avLst/>
          </a:prstGeom>
          <a:solidFill>
            <a:srgbClr val="1B7F8A"/>
          </a:solidFill>
          <a:ln w="12700">
            <a:solidFill>
              <a:srgbClr val="1B7F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754880" y="777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sur la figure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114800" cy="18288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846320" y="1207008"/>
            <a:ext cx="3931920" cy="179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Vérifier que la figure est là 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file.exists(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"fig2A_Scerevisiae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_heatmap_cible.png")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ask_ai_vision(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prompt = "Votre question",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image_path = "fig2A_...png"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1546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3154680"/>
            <a:ext cx="4114800" cy="457200"/>
          </a:xfrm>
          <a:prstGeom prst="rect">
            <a:avLst/>
          </a:prstGeom>
          <a:solidFill>
            <a:srgbClr val="E0F4F6"/>
          </a:solidFill>
          <a:ln w="12700">
            <a:solidFill>
              <a:srgbClr val="9ECF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706911" y="3233079"/>
            <a:ext cx="422123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figure doit être dans </a:t>
            </a:r>
            <a:r>
              <a:rPr lang="en-US" sz="1100" i="1" dirty="0" err="1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votre</a:t>
            </a:r>
            <a:r>
              <a:rPr lang="en-US" sz="1100" i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i="1" dirty="0" err="1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répertoire</a:t>
            </a:r>
            <a:r>
              <a:rPr lang="en-US" sz="1100" i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travail </a:t>
            </a:r>
            <a:r>
              <a:rPr lang="en-US" sz="1100" i="1" dirty="0" err="1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Rstudio</a:t>
            </a:r>
            <a:endParaRPr lang="en-US" sz="1100" i="1" dirty="0">
              <a:solidFill>
                <a:srgbClr val="1A3A5C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100" i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Claude, GPT-4o, Gemini </a:t>
            </a:r>
            <a:r>
              <a:rPr lang="en-US" sz="1100" i="1" dirty="0" err="1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uniquement</a:t>
            </a:r>
            <a:r>
              <a:rPr lang="en-US" sz="1100" i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(pas Llama </a:t>
            </a:r>
            <a:r>
              <a:rPr lang="en-US" sz="1100" i="1" dirty="0" err="1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</a:t>
            </a:r>
            <a:r>
              <a:rPr lang="en-US" sz="1100" i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Mistral)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3749040"/>
            <a:ext cx="9144000" cy="347472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274320" y="37490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 5 — Question avec les données du fichier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" y="4160520"/>
            <a:ext cx="8595360" cy="73152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65760" y="4178808"/>
            <a:ext cx="8412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table1 &lt;- readLines("cell-cycle_SCERE_iabioscripting2.txt", n = 3)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ask_ai(paste0("Voici les 3 premières lignes :\n", paste(table1, collapse="\n"), "\n\nQuel est le séparateur ?"))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7F8A"/>
          </a:solidFill>
          <a:ln w="12700">
            <a:solidFill>
              <a:srgbClr val="1B7F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1B7F8A"/>
          </a:solidFill>
          <a:ln w="12700">
            <a:solidFill>
              <a:srgbClr val="1B7F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Récapitulatif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457200" cy="457200"/>
          </a:xfrm>
          <a:prstGeom prst="ellipse">
            <a:avLst/>
          </a:prstGeom>
          <a:solidFill>
            <a:srgbClr val="1B7F8A"/>
          </a:solidFill>
          <a:ln w="12700">
            <a:solidFill>
              <a:srgbClr val="1B7F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0972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Initialisation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0" y="1170432"/>
            <a:ext cx="5120640" cy="4572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749040" y="117043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libraries + clé TCHAP + modèle + fonctions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874520"/>
            <a:ext cx="457200" cy="457200"/>
          </a:xfrm>
          <a:prstGeom prst="ellipse">
            <a:avLst/>
          </a:prstGeom>
          <a:solidFill>
            <a:srgbClr val="1B7F8A"/>
          </a:solidFill>
          <a:ln w="12700">
            <a:solidFill>
              <a:srgbClr val="1B7F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657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180136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de connexion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0" y="1874520"/>
            <a:ext cx="5120640" cy="4572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749040" y="18745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ask_ai("Dis bonjour en français.")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578608"/>
            <a:ext cx="457200" cy="457200"/>
          </a:xfrm>
          <a:prstGeom prst="ellipse">
            <a:avLst/>
          </a:prstGeom>
          <a:solidFill>
            <a:srgbClr val="1B7F8A"/>
          </a:solidFill>
          <a:ln w="12700">
            <a:solidFill>
              <a:srgbClr val="1B7F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65760" y="2578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2505456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texte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657600" y="2578608"/>
            <a:ext cx="5120640" cy="4572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749040" y="257860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ask_ai("Votre question")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282696"/>
            <a:ext cx="457200" cy="457200"/>
          </a:xfrm>
          <a:prstGeom prst="ellipse">
            <a:avLst/>
          </a:prstGeom>
          <a:solidFill>
            <a:srgbClr val="1B7F8A"/>
          </a:solidFill>
          <a:ln w="12700">
            <a:solidFill>
              <a:srgbClr val="1B7F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65760" y="32826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3209544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sur figure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657600" y="3282696"/>
            <a:ext cx="5120640" cy="4572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749040" y="3282696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ask_ai_vision(prompt, image_path)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986784"/>
            <a:ext cx="457200" cy="457200"/>
          </a:xfrm>
          <a:prstGeom prst="ellipse">
            <a:avLst/>
          </a:prstGeom>
          <a:solidFill>
            <a:srgbClr val="1B7F8A"/>
          </a:solidFill>
          <a:ln w="12700">
            <a:solidFill>
              <a:srgbClr val="1B7F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65760" y="39867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05840" y="391363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avec données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3657600" y="3986784"/>
            <a:ext cx="5120640" cy="4572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3749040" y="3986784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readLines() → injecter dans ask_ai()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510</Words>
  <Application>Microsoft Office PowerPoint</Application>
  <PresentationFormat>Affichage à l'écran (16:9)</PresentationFormat>
  <Paragraphs>78</Paragraphs>
  <Slides>5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8" baseType="lpstr">
      <vt:lpstr>Arial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Bertrand Cosson</cp:lastModifiedBy>
  <cp:revision>4</cp:revision>
  <dcterms:created xsi:type="dcterms:W3CDTF">2026-06-11T16:24:23Z</dcterms:created>
  <dcterms:modified xsi:type="dcterms:W3CDTF">2026-06-11T16:39:04Z</dcterms:modified>
</cp:coreProperties>
</file>